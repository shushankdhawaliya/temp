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9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Badshah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</Words>
  <Application>Microsoft Office PowerPoint</Application>
  <PresentationFormat>On-screen Show (4:3)</PresentationFormat>
  <Paragraphs>1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Badshah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Raftaar</dc:title>
  <dc:creator>Shushank</dc:creator>
  <cp:lastModifiedBy>Shushank</cp:lastModifiedBy>
  <cp:revision>4</cp:revision>
  <dcterms:created xsi:type="dcterms:W3CDTF">2006-08-16T00:00:00Z</dcterms:created>
  <dcterms:modified xsi:type="dcterms:W3CDTF">2023-11-25T05:51:47Z</dcterms:modified>
</cp:coreProperties>
</file>