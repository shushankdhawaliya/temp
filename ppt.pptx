
<file path=[Content_Types].xml><?xml version="1.0" encoding="utf-8"?>
<Types xmlns="http://schemas.openxmlformats.org/package/2006/content-types"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s/slide1.xml" ContentType="application/vnd.openxmlformats-officedocument.presentationml.slide+xml"/>
  <Override PartName="/ppt/theme/theme1.xml" ContentType="application/vnd.openxmlformats-officedocument.theme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docProps/app.xml" ContentType="application/vnd.openxmlformats-officedocument.extended-properties+xml"/>
  <Override PartName="/ppt/tableStyles.xml" ContentType="application/vnd.openxmlformats-officedocument.presentationml.tableStyles+xml"/>
  <Override PartName="/ppt/slideLayouts/slideLayout11.xml" ContentType="application/vnd.openxmlformats-officedocument.presentationml.slideLayout+xml"/>
  <Override PartName="/ppt/slideLayouts/slideLayout10.xml" ContentType="application/vnd.openxmlformats-officedocument.presentationml.slideLayout+xml"/>
  <Override PartName="/ppt/viewProps.xml" ContentType="application/vnd.openxmlformats-officedocument.presentationml.viewProps+xml"/>
  <Override PartName="/ppt/slideLayouts/slideLayout9.xml" ContentType="application/vnd.openxmlformats-officedocument.presentationml.slideLayout+xml"/>
  <Override PartName="/docProps/core.xml" ContentType="application/vnd.openxmlformats-package.core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9144000" cy="6858000" type="screen4x3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68" d="100"/>
          <a:sy n="68" d="100"/>
        </p:scale>
        <p:origin x="-1494" y="-9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8028800" cy="780288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11/25/2023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11/25/2023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11/25/2023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11/25/2023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11/25/2023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11/25/2023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11/25/2023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11/25/2023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11/25/2023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11/25/2023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11/25/2023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11/25/2023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 err="1" smtClean="0"/>
              <a:t>Raftaar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</Words>
  <Application>Microsoft Office PowerPoint</Application>
  <PresentationFormat>On-screen Show (4:3)</PresentationFormat>
  <Paragraphs>1</Paragraphs>
  <Slides>1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2" baseType="lpstr">
      <vt:lpstr>Office Theme</vt:lpstr>
      <vt:lpstr>Raftaar</vt:lpstr>
    </vt:vector>
  </TitlesOfParts>
  <Company/>
  <LinksUpToDate>false</LinksUpToDate>
  <SharedDoc>false</SharedDoc>
  <HyperlinksChanged>false</HyperlinksChanged>
  <AppVersion>12.0000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Raftaar</dc:title>
  <dc:creator>Shushank</dc:creator>
  <cp:lastModifiedBy>Shushank</cp:lastModifiedBy>
  <cp:revision>1</cp:revision>
  <dcterms:created xsi:type="dcterms:W3CDTF">2006-08-16T00:00:00Z</dcterms:created>
  <dcterms:modified xsi:type="dcterms:W3CDTF">2023-11-25T05:37:01Z</dcterms:modified>
</cp:coreProperties>
</file>